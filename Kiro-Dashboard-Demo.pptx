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Data Dashboards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Kiro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Screenshot to Production — Powered by 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97280" cy="36576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Redshift Serverless  •  Chart.js  •  Kiro CLI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Kiro?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 is an AI-powered development assistant that operates directly in your terminal. It reads files, executes commands, interacts with AWS services, analyzes images, and writes production-ready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DA29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dashboard layouts, chart types, and KPIs from screenshots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548640" cy="548640"/>
          </a:xfrm>
          <a:prstGeom prst="ellipse">
            <a:avLst/>
          </a:prstGeom>
          <a:solidFill>
            <a:srgbClr val="FF8C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986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8872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normalized star-schema datamarts optimized for analytics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566160"/>
            <a:ext cx="548640" cy="548640"/>
          </a:xfrm>
          <a:prstGeom prst="ellipse">
            <a:avLst/>
          </a:prstGeom>
          <a:solidFill>
            <a:srgbClr val="FFC72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7588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Generation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18872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realistic synthetic data with business-accurate patterns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434340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5312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Integration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18872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 infrastructure, manages IAM, loads data via Data API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interactive sales dashboard from just a screenshot — including database schema, synthetic data, and a fully working frontend.</a:t>
            </a:r>
            <a:endParaRPr lang="en-US" sz="1400" dirty="0"/>
          </a:p>
        </p:txBody>
      </p:sp>
      <p:pic>
        <p:nvPicPr>
          <p:cNvPr id="5" name="Image 0" descr="/Users/danshek/mcdhk-dashboard/reference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82296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reference screenshot provided to Kiro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DA291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070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Analyze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371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 reads the screenshot, identifies 6 chart types, extracts KPI values, maps data relationships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548640" cy="548640"/>
          </a:xfrm>
          <a:prstGeom prst="ellipse">
            <a:avLst/>
          </a:prstGeom>
          <a:solidFill>
            <a:srgbClr val="FF8C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70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Design Schema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88720" y="2011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star-schema with categories, menu_items (dimensions) and orders, order_items (facts)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FFC72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871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Generate Data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88720" y="2651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6,569 orders with realistic patterns — lunch peaks, weekend spikes, seasonal trends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1272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Load to Redshift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88720" y="3291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AWS Data API with IAM auth and Secrets Manager — no credentials in code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6732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Build Dashboard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18872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Chart.js dashboard with 6 interactive charts, KPI cards, and hour-based filtering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57200" y="4297680"/>
            <a:ext cx="548640" cy="548640"/>
          </a:xfrm>
          <a:prstGeom prst="ellipse">
            <a:avLst/>
          </a:prstGeom>
          <a:solidFill>
            <a:srgbClr val="0984E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40740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Add Interactivity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1188720" y="4572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filter dynamically updates all charts and KPIs 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 designed a star schema optimized for analytical queries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840480" cy="14630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category_id  |  category_name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menu_items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item_id  |  item_name  |  category_id  |  unit_price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783080"/>
            <a:ext cx="3840480" cy="14630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 |  order_date  |  order_hour  |  day_of_week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order_item_id  |  order_id  |  item_id  |  qty  |  line_total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2011680" cy="1097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6,569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657600"/>
            <a:ext cx="2011680" cy="1097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14,646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517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657600"/>
            <a:ext cx="2011680" cy="1097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HK$ 67,303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3657600"/>
            <a:ext cx="2011680" cy="1097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Items/Order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070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credentials stored in AWS Secrets Manager — never exposed in code or logs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842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Authentication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88720" y="2194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Redshift Data API uses IAM roles — no database passwords needed for operations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614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188720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user granted only CREATE on the specific database, not superuser access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387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Isolation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188720" y="3749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mcdhk schema isolates dashboard data from other workloads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31596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Isolation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18872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Redshift Serverless runs inside a private VPC — not publicly accessible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with Kiro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DA291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070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Visual References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help Kiro extract layout, chart types, colors, and data patterns accurately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548640" cy="548640"/>
          </a:xfrm>
          <a:prstGeom prst="ellipse">
            <a:avLst/>
          </a:prstGeom>
          <a:solidFill>
            <a:srgbClr val="FFC72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842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Business Context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88720" y="2194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KPIs and audience — e.g., 'optimize staffing around peak hours' guides data generation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FF8C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614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in Phases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188720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into schema → data → dashboard → interactivity to validate each step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387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Kiro Handle AWS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188720" y="3749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 creates schemas, manages permissions, and loads data — no console switching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31596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7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Security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18872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Kiro about security at each step — it uses Secrets Manager, IAM auth, and schema isolation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Library Options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5303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Library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9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7EF"/>
                          </a:solidFill>
                        </a:rPr>
                        <a:t>Chart.js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72C"/>
                          </a:solidFill>
                        </a:rPr>
                        <a:t>64K+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2A8"/>
                          </a:solidFill>
                        </a:rPr>
                        <a:t>Simple, zero-dependency, great for demos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7EF"/>
                          </a:solidFill>
                        </a:rPr>
                        <a:t>Apache ECharts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72C"/>
                          </a:solidFill>
                        </a:rPr>
                        <a:t>62K+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2A8"/>
                          </a:solidFill>
                        </a:rPr>
                        <a:t>Enterprise-grade, GPU-accelerated, rich themes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7EF"/>
                          </a:solidFill>
                        </a:rPr>
                        <a:t>D3.js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72C"/>
                          </a:solidFill>
                        </a:rPr>
                        <a:t>109K+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2A8"/>
                          </a:solidFill>
                        </a:rPr>
                        <a:t>Maximum flexibility for custom visualizations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7EF"/>
                          </a:solidFill>
                        </a:rPr>
                        <a:t>Recharts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72C"/>
                          </a:solidFill>
                        </a:rPr>
                        <a:t>24K+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2A8"/>
                          </a:solidFill>
                        </a:rPr>
                        <a:t>Declarative React components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7EF"/>
                          </a:solidFill>
                        </a:rPr>
                        <a:t>Tremor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72C"/>
                          </a:solidFill>
                        </a:rPr>
                        <a:t>16K+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2A8"/>
                          </a:solidFill>
                        </a:rPr>
                        <a:t>Full dashboard component library with Tailwind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7EF"/>
                          </a:solidFill>
                        </a:rPr>
                        <a:t>Plotly.js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C72C"/>
                          </a:solidFill>
                        </a:rPr>
                        <a:t>17K+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2A8"/>
                          </a:solidFill>
                        </a:rPr>
                        <a:t>40+ chart types including 3D and scientific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242424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Apache ECharts for enterprise deployments, Tremor for React-based dashboard systems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4E7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Build?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 transforms visual requirements into production-ready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— from database to frontend — in a single conversation.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97280" cy="36576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kiro-cli  •  Amazon Redshift Serverless  •  Chart.js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Data Dashboards with Kiro</dc:title>
  <dc:subject>PptxGenJS Presentation</dc:subject>
  <dc:creator>Kiro CLI</dc:creator>
  <cp:lastModifiedBy>Kiro CLI</cp:lastModifiedBy>
  <cp:revision>1</cp:revision>
  <dcterms:created xsi:type="dcterms:W3CDTF">2026-03-15T17:49:04Z</dcterms:created>
  <dcterms:modified xsi:type="dcterms:W3CDTF">2026-03-15T17:49:04Z</dcterms:modified>
</cp:coreProperties>
</file>